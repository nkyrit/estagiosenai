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305D8-AF26-4C4E-9109-8E40F28D2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44B923-7326-4CFB-8911-99332497B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2427EA-2724-4BC3-AA20-D2B97894B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78040A-21F8-4298-8BAC-B3001AD7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5ED74D-6723-43AA-A116-D6D2990C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66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68B13-B4FA-41BD-B26D-5E0F1904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F2D657-65AF-44B1-AF69-119AA0A7F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EE4A45-20CF-411F-B5D8-41C1770C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CDEBDB-DA58-48D6-8A61-BBB37FC5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5AD4B5-A520-48BB-8E62-F6B9C7D1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877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38923-E31E-420A-8E02-FCE6419C9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E5E99C-EB8D-4B54-B3E0-5E07CB2EA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449E54-8420-4331-B8FA-BD637454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22E392-08EA-4ECC-8EE6-AC450913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869360-83E4-4716-8FED-B1005392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416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580AE-51A1-49D0-972D-5401E7EF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4F312A-551F-473D-9601-BFCE42BC5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736BD9-CC0B-427B-BB37-2775F4C86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074F96-318B-490D-AFFE-EB011AAE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DE4FE6-E6D3-4883-A3E1-DD976450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DCA958-D879-4021-BDC8-0E3B6BBC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16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DD7B8-DFB2-44B3-8DFB-6552863FF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22076E-7AD7-4D40-8989-5C55BC0F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6727A0-0793-4B9B-A962-4AF1F472E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08906FA-32BA-4408-BAA8-1DD64B0B5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72BF637-5475-402F-A42E-5FEBE80F4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38A9F1-3208-42D5-8255-C6BE74EB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EF9C43-A289-49E5-9CC7-2B5F3410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15AF633-7F04-4701-A547-FCB63989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57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02624-9DB5-49BD-BE3D-3805608E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CF8BAA-EB75-4368-970D-F85EE1B2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686F11-3B04-4075-BA76-5AABC63A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C4600A-9CB7-4E36-8BD1-F23F7785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45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CE618A-22E7-4613-96F1-E7A0CA9B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C078EE-06BE-4111-B9D4-B76D0565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1F9CE7-350C-41CA-8E1B-462E1181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70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EA3A5-5493-4586-9935-D652560A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F2CB33-108B-4E54-9D8C-C69B21095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8BB375-94CE-427B-81ED-C5ED78ABA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481A97-2A54-4E24-92B8-1D74F6D0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CC0A05-B78A-4011-B03E-E47B0F45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1F119C-2038-4D85-97A1-470A6AC3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1297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BDC4C-922E-4A99-87F9-122E5453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FB4CC4-29B1-4CE3-902A-9B0F4BF7B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3377FB-DED5-41F7-AB7F-0D82DE2E0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05D3C4-9EF3-407A-9345-CEF38E87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D95303-9FF8-4C58-85ED-4DA79E48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83A902-80D4-4879-AD19-E806AF85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62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27E7D-49B4-4DAD-AA9D-0B40F4E8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18BDC3-B41E-4482-B58E-1D188517F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0D7DE8-5ED9-45A0-A060-6C2AE433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C2B84E-7E8C-441F-9165-C2087145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235153-2C00-4790-B637-39543FB1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49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F2DF59-90D4-4DE0-898F-6FA7B99FE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569A84-A70A-42BE-A0DE-C333AA4B4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257C32-9DBB-48C9-BE3F-FDB281B9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B31AC0-2DE0-4D8D-86FD-DA7AAA4A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AA838D-0C9F-4571-B33A-2E1852D3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60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7D9CD8-A0AF-4C1B-AED2-FEF10769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D8D82A-B029-45FC-8538-6A55FA8F8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8D6C75-8492-4412-A656-602C1C8A1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A24BE-AED1-4562-93FE-6F280D9665B3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1C8AF6-878F-42B2-A1CE-A8594B901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3292B1-860F-4429-9AC9-191EB3402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5F72F-60F7-406A-B474-C93335CBD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313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B769C416-AB0B-4D65-A3C8-AD8165267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F4A8DC-41F0-40DC-AB39-76C6F6D2A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047" y="424049"/>
            <a:ext cx="10945906" cy="1483939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CRIAÇÃO DE MÁQUINA VIRTUAL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780916-EEB1-4BB0-8FBC-B1796E8AA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394" y="5556344"/>
            <a:ext cx="5661211" cy="467938"/>
          </a:xfrm>
        </p:spPr>
        <p:txBody>
          <a:bodyPr>
            <a:noAutofit/>
          </a:bodyPr>
          <a:lstStyle/>
          <a:p>
            <a:r>
              <a:rPr lang="pt-BR" sz="7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10</a:t>
            </a:r>
          </a:p>
        </p:txBody>
      </p:sp>
    </p:spTree>
    <p:extLst>
      <p:ext uri="{BB962C8B-B14F-4D97-AF65-F5344CB8AC3E}">
        <p14:creationId xmlns:p14="http://schemas.microsoft.com/office/powerpoint/2010/main" val="268881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9383CA4-A89C-4EA1-95DF-B94F9D5ED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319" y="328200"/>
            <a:ext cx="5326719" cy="5125564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D5913A2-89AA-4099-B454-DBC8E8A50678}"/>
              </a:ext>
            </a:extLst>
          </p:cNvPr>
          <p:cNvSpPr/>
          <p:nvPr/>
        </p:nvSpPr>
        <p:spPr>
          <a:xfrm>
            <a:off x="6275251" y="1404236"/>
            <a:ext cx="396068" cy="5357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E9A325-F671-46BD-BC44-F5EE8E88E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34" y="328200"/>
            <a:ext cx="6125430" cy="1848108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63B03E34-E95D-42BF-BA69-19BEB1348B28}"/>
              </a:ext>
            </a:extLst>
          </p:cNvPr>
          <p:cNvSpPr/>
          <p:nvPr/>
        </p:nvSpPr>
        <p:spPr>
          <a:xfrm rot="8400989">
            <a:off x="2786717" y="1662853"/>
            <a:ext cx="519253" cy="3180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50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4528EFB-485C-4C96-B060-637C30DF5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62" y="683490"/>
            <a:ext cx="5158144" cy="495133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6100526-15E2-4AD4-BAEC-312CDA49F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594" y="683489"/>
            <a:ext cx="5158144" cy="4951331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D63A1327-635B-4A0D-ABF1-F8E21BB503FF}"/>
              </a:ext>
            </a:extLst>
          </p:cNvPr>
          <p:cNvSpPr/>
          <p:nvPr/>
        </p:nvSpPr>
        <p:spPr>
          <a:xfrm rot="8511068">
            <a:off x="2514701" y="3604366"/>
            <a:ext cx="622361" cy="1578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096F11B0-6D04-46D8-A8E8-6AD76C37917B}"/>
              </a:ext>
            </a:extLst>
          </p:cNvPr>
          <p:cNvSpPr/>
          <p:nvPr/>
        </p:nvSpPr>
        <p:spPr>
          <a:xfrm>
            <a:off x="5698406" y="2761673"/>
            <a:ext cx="795188" cy="7850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77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1206212-DECC-46FE-8B16-6CA44585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" y="-44171"/>
            <a:ext cx="3859212" cy="355938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2F2BAD2-B0D4-4F73-8B99-9A17D207C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27" y="14783"/>
            <a:ext cx="3779544" cy="3515213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83FC6355-B897-4295-9F7D-7CC3BB92DA52}"/>
              </a:ext>
            </a:extLst>
          </p:cNvPr>
          <p:cNvSpPr/>
          <p:nvPr/>
        </p:nvSpPr>
        <p:spPr>
          <a:xfrm rot="8073167">
            <a:off x="6092788" y="2980812"/>
            <a:ext cx="639702" cy="25889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9F91B482-96C6-4CEC-A429-0B674DA3B5C4}"/>
              </a:ext>
            </a:extLst>
          </p:cNvPr>
          <p:cNvSpPr/>
          <p:nvPr/>
        </p:nvSpPr>
        <p:spPr>
          <a:xfrm>
            <a:off x="3901500" y="1481445"/>
            <a:ext cx="301159" cy="6650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2F289F-80C6-45A1-AB18-07515C941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899" y="0"/>
            <a:ext cx="3859213" cy="3515213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DB1D951-1E5E-418E-89E5-0607347F2DAB}"/>
              </a:ext>
            </a:extLst>
          </p:cNvPr>
          <p:cNvSpPr/>
          <p:nvPr/>
        </p:nvSpPr>
        <p:spPr>
          <a:xfrm>
            <a:off x="7952509" y="1481445"/>
            <a:ext cx="221390" cy="5818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C011AE9-C6EF-4705-BE1D-CA48B60FB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3899" y="3734546"/>
            <a:ext cx="3859213" cy="3123454"/>
          </a:xfrm>
          <a:prstGeom prst="rect">
            <a:avLst/>
          </a:prstGeom>
        </p:spPr>
      </p:pic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36C0A580-C723-4EFB-B288-D9DBD85CCAF6}"/>
              </a:ext>
            </a:extLst>
          </p:cNvPr>
          <p:cNvSpPr/>
          <p:nvPr/>
        </p:nvSpPr>
        <p:spPr>
          <a:xfrm>
            <a:off x="9845964" y="3515213"/>
            <a:ext cx="434109" cy="2193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FEEFF78-4A4B-421B-8001-0CFCD9D66EAC}"/>
              </a:ext>
            </a:extLst>
          </p:cNvPr>
          <p:cNvSpPr txBox="1"/>
          <p:nvPr/>
        </p:nvSpPr>
        <p:spPr>
          <a:xfrm>
            <a:off x="43529" y="3624879"/>
            <a:ext cx="4308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Não esqueça de mudar o caminho da máquina virtual para a pasta “C:\VM-Senai”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84E61EE3-BE37-4EE2-AC30-C36DDC033160}"/>
              </a:ext>
            </a:extLst>
          </p:cNvPr>
          <p:cNvSpPr/>
          <p:nvPr/>
        </p:nvSpPr>
        <p:spPr>
          <a:xfrm rot="6956412">
            <a:off x="3225319" y="1068644"/>
            <a:ext cx="835773" cy="197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35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80918D9-4465-460D-BA02-AC00F000E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32" y="469628"/>
            <a:ext cx="5775768" cy="557095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61AEFCA-FD3E-4099-9591-362677C64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091" y="469628"/>
            <a:ext cx="5759502" cy="5570953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4FD6B8EA-9810-4073-A6ED-9B2B91FC8B8B}"/>
              </a:ext>
            </a:extLst>
          </p:cNvPr>
          <p:cNvSpPr/>
          <p:nvPr/>
        </p:nvSpPr>
        <p:spPr>
          <a:xfrm>
            <a:off x="6096000" y="2937164"/>
            <a:ext cx="234091" cy="572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A0D3D26E-9388-4C17-BC85-8ADAB5E709F3}"/>
              </a:ext>
            </a:extLst>
          </p:cNvPr>
          <p:cNvSpPr/>
          <p:nvPr/>
        </p:nvSpPr>
        <p:spPr>
          <a:xfrm rot="7256357">
            <a:off x="10546814" y="5354108"/>
            <a:ext cx="690604" cy="334146"/>
          </a:xfrm>
          <a:prstGeom prst="rightArrow">
            <a:avLst>
              <a:gd name="adj1" fmla="val 61115"/>
              <a:gd name="adj2" fmla="val 40053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682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991E96C-DEC8-4B0F-B75F-DB3BEEC01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202"/>
            <a:ext cx="5435197" cy="432910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1A39E06-6617-4EC9-B8A0-00DA43893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678" y="367551"/>
            <a:ext cx="6363957" cy="5342965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9336115-5703-4530-8AC7-469F63F7EC28}"/>
              </a:ext>
            </a:extLst>
          </p:cNvPr>
          <p:cNvSpPr/>
          <p:nvPr/>
        </p:nvSpPr>
        <p:spPr>
          <a:xfrm>
            <a:off x="5405718" y="2393576"/>
            <a:ext cx="260960" cy="5468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98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E3D1DA0-9BD4-4DFB-9F69-C5C0A5A6B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6" y="609098"/>
            <a:ext cx="8964707" cy="563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512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23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CRIAÇÃO DE MÁQUINA VIRTUAL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 Senai</dc:creator>
  <cp:lastModifiedBy>v Senai</cp:lastModifiedBy>
  <cp:revision>11</cp:revision>
  <dcterms:created xsi:type="dcterms:W3CDTF">2025-03-24T15:57:16Z</dcterms:created>
  <dcterms:modified xsi:type="dcterms:W3CDTF">2025-03-24T18:22:18Z</dcterms:modified>
</cp:coreProperties>
</file>