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>
      <p:cViewPr>
        <p:scale>
          <a:sx n="100" d="100"/>
          <a:sy n="100" d="100"/>
        </p:scale>
        <p:origin x="9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D61C-9438-4D1F-A775-C88913C3C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2D8E1-ED0B-45D2-85CF-AA9DE5C51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34A86-6EAE-4358-BCF6-063701BA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311157-C2E9-4196-A808-A4CAB10B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B9BEB6-68EA-486E-8A22-46AF3625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51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93D2D-B6C9-4DAC-B5A5-4F1AD086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659F93-B5AA-4EE6-AFFA-59D8FA5E9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E2C418-4B85-44AC-AD96-93443774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D75C2D-C833-4CE9-B149-AC730A34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2C2390-FFC3-4B8C-A100-E763DEA3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87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02CE1-3312-45E0-A4E6-B0B40C1A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91BB22-71D9-4AC6-8703-CA9DD4B1A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96BB1-E1AA-4485-AE55-2C0D6690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E6D18-1815-447C-93FE-86514090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5D287E-19A6-4C81-B25F-582A6173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8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C023C-2F70-4BAA-BC0F-A597276B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DF1E89-6438-4762-AEDF-6F4B3B04D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5CA37A-0135-42E0-B8C1-E1C0E71F4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B0251D-BB3C-4851-AB26-789DE35C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A2BF37-680B-487F-A303-EC7CD0CF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A0DFE7-0C81-41C5-93DA-E97EF947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12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07DCC-5462-4498-B688-912D41EC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DA7D78-0E00-494B-BDEA-FBB113220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FF9AB-D317-4344-AF02-32C672E7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8C8BE6-8E43-4798-A2D2-495106787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439012-1C1E-4EE5-8B0D-0A9C49D64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012B5B-77FA-4FC8-B74A-401FBF90A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08DAF8-DD2D-46BE-BCA8-63941851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86A95A-0961-44DE-9018-F2B3BB25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0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B6962-76C9-4ECB-A3EA-AFBB1B5B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16F6E3-310E-476E-BF7E-28FE9237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FBC5BE-99FC-44EB-936B-00AC2051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70B799-C21D-4449-A743-549FB45D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014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C97028-F244-47EF-B5A4-EC0A10CC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4E37FA-95B5-4FA6-B064-CE964CDE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5E91CA-4D5D-4868-9C8F-E13FAFE6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11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D4694-C24F-47CC-9FAB-A74BE72E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ADD021-28C8-440D-8525-AF641A76C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179CC1-4617-4E18-A4AE-3EA017456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CCA55-000E-4F29-AF47-F96372D7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B21FBA-7B07-43F0-9CC1-25FE1AB09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5D7EC8-04BF-46F4-832E-CFC177A0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68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CCFBA-7D5A-453F-839E-E96DA283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266F27-6BFF-4403-8574-FA74A58E2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7CB143-2911-4D44-827D-FCE7FD96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3B89F9-04FA-43E2-81D3-62F59B4C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C8AF21-A5CB-456B-9F60-CC8754FB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3190D2-E481-4A4E-A144-DB61EB27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88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1696B-93E3-42E2-B7E8-AA35AEB5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FB27CF-8625-46B6-96D4-512E856A7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6B37F-E465-4179-92FA-B759AEB6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483FBB-5019-4554-9536-DD5F9B56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C6EB3D-39A1-4A11-94F6-4E65A8B6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24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0AC320-F939-49B0-A690-558CF2743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29D088-8DE1-413F-9995-2E07043F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30DB2F-D635-4A48-B7C3-42ABDC26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F5951B-D43F-4260-AC4D-E6AA150F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1EF925-7A0E-4941-9103-C2E934CC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38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1F08A4-AD60-464B-A352-C6EC65DB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138A35-A76E-457A-A162-F1735429F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C674C2-38CE-4533-8589-3DBC3F101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E9AC-568D-47EF-8D4F-8498CE769F0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D56DFC-94DF-4273-AE20-2A6D8C5BB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3D7436-CA6C-4788-8287-870BF3159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98361-8F90-4C1C-ABCE-EBDCBAAF8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09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1E82D-754F-4D98-AE2D-BB40BEDB0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lang="pt-BR" sz="10000" dirty="0"/>
              <a:t>Alterar para BRIDGE</a:t>
            </a:r>
          </a:p>
        </p:txBody>
      </p:sp>
    </p:spTree>
    <p:extLst>
      <p:ext uri="{BB962C8B-B14F-4D97-AF65-F5344CB8AC3E}">
        <p14:creationId xmlns:p14="http://schemas.microsoft.com/office/powerpoint/2010/main" val="312833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FDBED0A-2374-4101-83D7-023F444B4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3" y="192087"/>
            <a:ext cx="11763453" cy="6207125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F612623D-F0B7-41EB-AD94-966D758D1342}"/>
              </a:ext>
            </a:extLst>
          </p:cNvPr>
          <p:cNvSpPr/>
          <p:nvPr/>
        </p:nvSpPr>
        <p:spPr>
          <a:xfrm>
            <a:off x="558799" y="458788"/>
            <a:ext cx="457200" cy="7874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12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7AB776D-E5F4-451A-A6EE-2DE88AC8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789"/>
            <a:ext cx="4905375" cy="5774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5961A5CE-B767-4701-9683-B1AA64A6E916}"/>
              </a:ext>
            </a:extLst>
          </p:cNvPr>
          <p:cNvSpPr/>
          <p:nvPr/>
        </p:nvSpPr>
        <p:spPr>
          <a:xfrm>
            <a:off x="457201" y="2628900"/>
            <a:ext cx="323850" cy="7048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5FCF26-454E-4821-B0C8-432A8D3E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75" y="642853"/>
            <a:ext cx="6030438" cy="5774000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D503543-E026-41A9-9E85-9E1AB8DF568D}"/>
              </a:ext>
            </a:extLst>
          </p:cNvPr>
          <p:cNvSpPr/>
          <p:nvPr/>
        </p:nvSpPr>
        <p:spPr>
          <a:xfrm>
            <a:off x="5438775" y="2952750"/>
            <a:ext cx="381000" cy="7429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C3176806-7F1B-471A-BBE8-D886E729CF19}"/>
              </a:ext>
            </a:extLst>
          </p:cNvPr>
          <p:cNvSpPr/>
          <p:nvPr/>
        </p:nvSpPr>
        <p:spPr>
          <a:xfrm>
            <a:off x="6867526" y="1428751"/>
            <a:ext cx="266700" cy="63817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03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43A7CD0-C672-4FEF-B455-35BE5E83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22042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B8B6187-7539-47B8-B491-4ECFF962E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786" y="228600"/>
            <a:ext cx="5887918" cy="5629463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7D59602-1FFD-4159-8C99-549E977C3D44}"/>
              </a:ext>
            </a:extLst>
          </p:cNvPr>
          <p:cNvSpPr/>
          <p:nvPr/>
        </p:nvSpPr>
        <p:spPr>
          <a:xfrm>
            <a:off x="2676525" y="923925"/>
            <a:ext cx="219075" cy="1428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1580511D-80A3-40C2-9A26-69357AF343C3}"/>
              </a:ext>
            </a:extLst>
          </p:cNvPr>
          <p:cNvSpPr/>
          <p:nvPr/>
        </p:nvSpPr>
        <p:spPr>
          <a:xfrm>
            <a:off x="2676525" y="1400175"/>
            <a:ext cx="219075" cy="1428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EB8DCDF2-BE9D-4E39-B021-29D3BAEDB566}"/>
              </a:ext>
            </a:extLst>
          </p:cNvPr>
          <p:cNvSpPr/>
          <p:nvPr/>
        </p:nvSpPr>
        <p:spPr>
          <a:xfrm>
            <a:off x="2752725" y="1552575"/>
            <a:ext cx="314325" cy="1428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2CB73DDE-D323-49C9-A8AC-8A70F7471A37}"/>
              </a:ext>
            </a:extLst>
          </p:cNvPr>
          <p:cNvSpPr/>
          <p:nvPr/>
        </p:nvSpPr>
        <p:spPr>
          <a:xfrm>
            <a:off x="6096000" y="2305050"/>
            <a:ext cx="238125" cy="9334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E9E0B154-3CA9-46A7-A16D-2F284F473DC4}"/>
              </a:ext>
            </a:extLst>
          </p:cNvPr>
          <p:cNvSpPr/>
          <p:nvPr/>
        </p:nvSpPr>
        <p:spPr>
          <a:xfrm>
            <a:off x="10334625" y="5172075"/>
            <a:ext cx="352425" cy="4572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47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Alterar para BRIDGE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Alterar para BRIDGE</dc:title>
  <dc:creator>v Senai</dc:creator>
  <cp:lastModifiedBy>v Senai</cp:lastModifiedBy>
  <cp:revision>4</cp:revision>
  <dcterms:created xsi:type="dcterms:W3CDTF">2025-04-07T19:34:31Z</dcterms:created>
  <dcterms:modified xsi:type="dcterms:W3CDTF">2025-04-07T19:48:11Z</dcterms:modified>
</cp:coreProperties>
</file>