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62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2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8BD61C-9438-4D1F-A775-C88913C3C9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182D8E1-ED0B-45D2-85CF-AA9DE5C517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7534A86-6EAE-4358-BCF6-063701BA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FCE9AC-568D-47EF-8D4F-8498CE769F09}" type="datetimeFigureOut">
              <a:rPr lang="pt-BR" smtClean="0"/>
              <a:t>08/04/2025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0311157-C2E9-4196-A808-A4CAB10B5A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DB9BEB6-68EA-486E-8A22-46AF3625D5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98361-8F90-4C1C-ABCE-EBDCBAAF894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25191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4793D2D-B6C9-4DAC-B5A5-4F1AD0868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659F93-B5AA-4EE6-AFFA-59D8FA5E98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5E2C418-4B85-44AC-AD96-934437745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FCE9AC-568D-47EF-8D4F-8498CE769F09}" type="datetimeFigureOut">
              <a:rPr lang="pt-BR" smtClean="0"/>
              <a:t>08/04/2025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6D75C2D-C833-4CE9-B149-AC730A3411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62C2390-FFC3-4B8C-A100-E763DEA3E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98361-8F90-4C1C-ABCE-EBDCBAAF894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498793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F02CE1-3312-45E0-A4E6-B0B40C1AF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B91BB22-71D9-4AC6-8703-CA9DD4B1A6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D096BB1-E1AA-4485-AE55-2C0D6690E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FCE9AC-568D-47EF-8D4F-8498CE769F09}" type="datetimeFigureOut">
              <a:rPr lang="pt-BR" smtClean="0"/>
              <a:t>08/04/2025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05E6D18-1815-447C-93FE-86514090C6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15D287E-19A6-4C81-B25F-582A61738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98361-8F90-4C1C-ABCE-EBDCBAAF894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32859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2C023C-2F70-4BAA-BC0F-A597276BA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5DF1E89-6438-4762-AEDF-6F4B3B04DA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D5CA37A-0135-42E0-B8C1-E1C0E71F47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1B0251D-BB3C-4851-AB26-789DE35C0A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FCE9AC-568D-47EF-8D4F-8498CE769F09}" type="datetimeFigureOut">
              <a:rPr lang="pt-BR" smtClean="0"/>
              <a:t>08/04/2025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4A2BF37-680B-487F-A303-EC7CD0CF0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3A0DFE7-0C81-41C5-93DA-E97EF947A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98361-8F90-4C1C-ABCE-EBDCBAAF894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83122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B07DCC-5462-4498-B688-912D41ECAC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ADA7D78-0E00-494B-BDEA-FBB113220D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19FF9AB-D317-4344-AF02-32C672E716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5F8C8BE6-8E43-4798-A2D2-4951067873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9439012-1C1E-4EE5-8B0D-0A9C49D644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27012B5B-77FA-4FC8-B74A-401FBF90A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FCE9AC-568D-47EF-8D4F-8498CE769F09}" type="datetimeFigureOut">
              <a:rPr lang="pt-BR" smtClean="0"/>
              <a:t>08/04/2025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308DAF8-DD2D-46BE-BCA8-639418514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A986A95A-0961-44DE-9018-F2B3BB25F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98361-8F90-4C1C-ABCE-EBDCBAAF894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97208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1B6962-76C9-4ECB-A3EA-AFBB1B5BA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C316F6E3-310E-476E-BF7E-28FE92371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FCE9AC-568D-47EF-8D4F-8498CE769F09}" type="datetimeFigureOut">
              <a:rPr lang="pt-BR" smtClean="0"/>
              <a:t>08/04/2025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F6FBC5BE-99FC-44EB-936B-00AC20518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0370B799-C21D-4449-A743-549FB45DE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98361-8F90-4C1C-ABCE-EBDCBAAF894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01469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B5C97028-F244-47EF-B5A4-EC0A10CC0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FCE9AC-568D-47EF-8D4F-8498CE769F09}" type="datetimeFigureOut">
              <a:rPr lang="pt-BR" smtClean="0"/>
              <a:t>08/04/2025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234E37FA-95B5-4FA6-B064-CE964CDE9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15E91CA-4D5D-4868-9C8F-E13FAFE64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98361-8F90-4C1C-ABCE-EBDCBAAF894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21155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FD4694-C24F-47CC-9FAB-A74BE72E0F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FADD021-28C8-440D-8525-AF641A76C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F179CC1-4617-4E18-A4AE-3EA0174562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5ACCA55-000E-4F29-AF47-F96372D7A3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FCE9AC-568D-47EF-8D4F-8498CE769F09}" type="datetimeFigureOut">
              <a:rPr lang="pt-BR" smtClean="0"/>
              <a:t>08/04/2025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DB21FBA-7B07-43F0-9CC1-25FE1AB09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D5D7EC8-04BF-46F4-832E-CFC177A0B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98361-8F90-4C1C-ABCE-EBDCBAAF894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146864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3CCFBA-7D5A-453F-839E-E96DA283D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3D266F27-6BFF-4403-8574-FA74A58E21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57CB143-2911-4D44-827D-FCE7FD9623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63B89F9-04FA-43E2-81D3-62F59B4C0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FCE9AC-568D-47EF-8D4F-8498CE769F09}" type="datetimeFigureOut">
              <a:rPr lang="pt-BR" smtClean="0"/>
              <a:t>08/04/2025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3C8AF21-A5CB-456B-9F60-CC8754FB27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83190D2-E481-4A4E-A144-DB61EB279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98361-8F90-4C1C-ABCE-EBDCBAAF894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78811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1E1696B-93E3-42E2-B7E8-AA35AEB54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76FB27CF-8625-46B6-96D4-512E856A77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DA6B37F-E465-4179-92FA-B759AEB622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FCE9AC-568D-47EF-8D4F-8498CE769F09}" type="datetimeFigureOut">
              <a:rPr lang="pt-BR" smtClean="0"/>
              <a:t>08/04/2025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B483FBB-5019-4554-9536-DD5F9B5607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EC6EB3D-39A1-4A11-94F6-4E65A8B62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98361-8F90-4C1C-ABCE-EBDCBAAF894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22494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4E0AC320-F939-49B0-A690-558CF27432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629D088-8DE1-413F-9995-2E07043FB2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430DB2F-D635-4A48-B7C3-42ABDC26F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FCE9AC-568D-47EF-8D4F-8498CE769F09}" type="datetimeFigureOut">
              <a:rPr lang="pt-BR" smtClean="0"/>
              <a:t>08/04/2025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2F5951B-D43F-4260-AC4D-E6AA150FFE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71EF925-7A0E-4941-9103-C2E934CC55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98361-8F90-4C1C-ABCE-EBDCBAAF894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13848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2B1F08A4-AD60-464B-A352-C6EC65DB1A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C138A35-A76E-457A-A162-F1735429F9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BC674C2-38CE-4533-8589-3DBC3F1014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FCE9AC-568D-47EF-8D4F-8498CE769F09}" type="datetimeFigureOut">
              <a:rPr lang="pt-BR" smtClean="0"/>
              <a:t>08/04/2025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7D56DFC-94DF-4273-AE20-2A6D8C5BBA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83D7436-CA6C-4788-8287-870BF31591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F98361-8F90-4C1C-ABCE-EBDCBAAF894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8095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7DF7BD9B-1369-47D0-B141-C15168A643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AD11E82D-754F-4D98-AE2D-BB40BEDB01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>
            <a:noAutofit/>
          </a:bodyPr>
          <a:lstStyle/>
          <a:p>
            <a:r>
              <a:rPr lang="pt-BR" sz="1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Alterando NAT para BRIDGE</a:t>
            </a:r>
          </a:p>
        </p:txBody>
      </p:sp>
    </p:spTree>
    <p:extLst>
      <p:ext uri="{BB962C8B-B14F-4D97-AF65-F5344CB8AC3E}">
        <p14:creationId xmlns:p14="http://schemas.microsoft.com/office/powerpoint/2010/main" val="31283390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5FDBED0A-2374-4101-83D7-023F444B4C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73" y="192087"/>
            <a:ext cx="11763453" cy="6207125"/>
          </a:xfrm>
          <a:prstGeom prst="rect">
            <a:avLst/>
          </a:prstGeom>
        </p:spPr>
      </p:pic>
      <p:sp>
        <p:nvSpPr>
          <p:cNvPr id="6" name="Seta: para Baixo 5">
            <a:extLst>
              <a:ext uri="{FF2B5EF4-FFF2-40B4-BE49-F238E27FC236}">
                <a16:creationId xmlns:a16="http://schemas.microsoft.com/office/drawing/2014/main" id="{F612623D-F0B7-41EB-AD94-966D758D1342}"/>
              </a:ext>
            </a:extLst>
          </p:cNvPr>
          <p:cNvSpPr/>
          <p:nvPr/>
        </p:nvSpPr>
        <p:spPr>
          <a:xfrm>
            <a:off x="558799" y="458788"/>
            <a:ext cx="457200" cy="787400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081235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27AB776D-E5F4-451A-A6EE-2DE88AC853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8197"/>
            <a:ext cx="5520267" cy="6114789"/>
          </a:xfrm>
          <a:prstGeom prst="rect">
            <a:avLst/>
          </a:prstGeom>
        </p:spPr>
      </p:pic>
      <p:sp>
        <p:nvSpPr>
          <p:cNvPr id="6" name="Seta: para Baixo 5">
            <a:extLst>
              <a:ext uri="{FF2B5EF4-FFF2-40B4-BE49-F238E27FC236}">
                <a16:creationId xmlns:a16="http://schemas.microsoft.com/office/drawing/2014/main" id="{5961A5CE-B767-4701-9683-B1AA64A6E916}"/>
              </a:ext>
            </a:extLst>
          </p:cNvPr>
          <p:cNvSpPr/>
          <p:nvPr/>
        </p:nvSpPr>
        <p:spPr>
          <a:xfrm>
            <a:off x="592668" y="2799603"/>
            <a:ext cx="323850" cy="704850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C55FCF26-454E-4821-B0C8-432A8D3EF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6561" y="268197"/>
            <a:ext cx="6183440" cy="6114789"/>
          </a:xfrm>
          <a:prstGeom prst="rect">
            <a:avLst/>
          </a:prstGeom>
        </p:spPr>
      </p:pic>
      <p:sp>
        <p:nvSpPr>
          <p:cNvPr id="8" name="Seta: para a Direita 7">
            <a:extLst>
              <a:ext uri="{FF2B5EF4-FFF2-40B4-BE49-F238E27FC236}">
                <a16:creationId xmlns:a16="http://schemas.microsoft.com/office/drawing/2014/main" id="{8D503543-E026-41A9-9E85-9E1AB8DF568D}"/>
              </a:ext>
            </a:extLst>
          </p:cNvPr>
          <p:cNvSpPr/>
          <p:nvPr/>
        </p:nvSpPr>
        <p:spPr>
          <a:xfrm>
            <a:off x="5525561" y="3057525"/>
            <a:ext cx="381000" cy="742950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Seta: para Baixo 8">
            <a:extLst>
              <a:ext uri="{FF2B5EF4-FFF2-40B4-BE49-F238E27FC236}">
                <a16:creationId xmlns:a16="http://schemas.microsoft.com/office/drawing/2014/main" id="{C3176806-7F1B-471A-BBE8-D886E729CF19}"/>
              </a:ext>
            </a:extLst>
          </p:cNvPr>
          <p:cNvSpPr/>
          <p:nvPr/>
        </p:nvSpPr>
        <p:spPr>
          <a:xfrm>
            <a:off x="7070726" y="1149351"/>
            <a:ext cx="266700" cy="638174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70325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843A7CD0-C672-4FEF-B455-35BE5E8302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096000" cy="6220421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DB8B6187-7539-47B8-B491-4ECFF962E3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786" y="228600"/>
            <a:ext cx="5887918" cy="5629463"/>
          </a:xfrm>
          <a:prstGeom prst="rect">
            <a:avLst/>
          </a:prstGeom>
        </p:spPr>
      </p:pic>
      <p:sp>
        <p:nvSpPr>
          <p:cNvPr id="12" name="Seta: para a Direita 11">
            <a:extLst>
              <a:ext uri="{FF2B5EF4-FFF2-40B4-BE49-F238E27FC236}">
                <a16:creationId xmlns:a16="http://schemas.microsoft.com/office/drawing/2014/main" id="{C7D59602-1FFD-4159-8C99-549E977C3D44}"/>
              </a:ext>
            </a:extLst>
          </p:cNvPr>
          <p:cNvSpPr/>
          <p:nvPr/>
        </p:nvSpPr>
        <p:spPr>
          <a:xfrm>
            <a:off x="2676525" y="923925"/>
            <a:ext cx="219075" cy="142875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Seta: para a Direita 13">
            <a:extLst>
              <a:ext uri="{FF2B5EF4-FFF2-40B4-BE49-F238E27FC236}">
                <a16:creationId xmlns:a16="http://schemas.microsoft.com/office/drawing/2014/main" id="{1580511D-80A3-40C2-9A26-69357AF343C3}"/>
              </a:ext>
            </a:extLst>
          </p:cNvPr>
          <p:cNvSpPr/>
          <p:nvPr/>
        </p:nvSpPr>
        <p:spPr>
          <a:xfrm>
            <a:off x="2676525" y="1400175"/>
            <a:ext cx="219075" cy="142875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Seta: para a Direita 14">
            <a:extLst>
              <a:ext uri="{FF2B5EF4-FFF2-40B4-BE49-F238E27FC236}">
                <a16:creationId xmlns:a16="http://schemas.microsoft.com/office/drawing/2014/main" id="{EB8DCDF2-BE9D-4E39-B021-29D3BAEDB566}"/>
              </a:ext>
            </a:extLst>
          </p:cNvPr>
          <p:cNvSpPr/>
          <p:nvPr/>
        </p:nvSpPr>
        <p:spPr>
          <a:xfrm>
            <a:off x="2752725" y="1552575"/>
            <a:ext cx="314325" cy="142875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Seta: para a Direita 15">
            <a:extLst>
              <a:ext uri="{FF2B5EF4-FFF2-40B4-BE49-F238E27FC236}">
                <a16:creationId xmlns:a16="http://schemas.microsoft.com/office/drawing/2014/main" id="{2CB73DDE-D323-49C9-A8AC-8A70F7471A37}"/>
              </a:ext>
            </a:extLst>
          </p:cNvPr>
          <p:cNvSpPr/>
          <p:nvPr/>
        </p:nvSpPr>
        <p:spPr>
          <a:xfrm>
            <a:off x="6096000" y="2305050"/>
            <a:ext cx="238125" cy="933450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Seta: para Baixo 16">
            <a:extLst>
              <a:ext uri="{FF2B5EF4-FFF2-40B4-BE49-F238E27FC236}">
                <a16:creationId xmlns:a16="http://schemas.microsoft.com/office/drawing/2014/main" id="{E9E0B154-3CA9-46A7-A16D-2F284F473DC4}"/>
              </a:ext>
            </a:extLst>
          </p:cNvPr>
          <p:cNvSpPr/>
          <p:nvPr/>
        </p:nvSpPr>
        <p:spPr>
          <a:xfrm>
            <a:off x="10334625" y="5172075"/>
            <a:ext cx="352425" cy="457200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9084799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4</Words>
  <Application>Microsoft Office PowerPoint</Application>
  <PresentationFormat>Widescreen</PresentationFormat>
  <Paragraphs>1</Paragraphs>
  <Slides>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Tema do Office</vt:lpstr>
      <vt:lpstr>Alterando NAT para BRIDGE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Alterar para BRIDGE</dc:title>
  <dc:creator>v Senai</dc:creator>
  <cp:lastModifiedBy>v Senai</cp:lastModifiedBy>
  <cp:revision>5</cp:revision>
  <dcterms:created xsi:type="dcterms:W3CDTF">2025-04-07T19:34:31Z</dcterms:created>
  <dcterms:modified xsi:type="dcterms:W3CDTF">2025-04-08T16:55:27Z</dcterms:modified>
</cp:coreProperties>
</file>